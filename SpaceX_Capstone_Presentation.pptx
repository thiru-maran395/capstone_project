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74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2669" y="778376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5800" dirty="0"/>
              <a:t>Executive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C6F76F-023F-8B91-633C-20A9927A3C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3613" y="2718598"/>
            <a:ext cx="67847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 whether Falcon 9 first stage landings will be successful.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Wikipedia launch tables, SpaceX API, and historical launch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CCAFS SLC 40 is the most frequent launch site; success rates vary by orbit type and payload mass.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Model Accuracy: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Decision Tree achieved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83.33%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accuracy in predicting landing outcomes.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8965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IN" sz="3100" dirty="0"/>
              <a:t>Introduction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491FE28-27AA-A870-4870-DF5C0C0CEA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1763" y="1721472"/>
            <a:ext cx="422045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Falcon 9 first stage landings enable cost savings by reusing rockets.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landing success informs mission planning and competitor cost estimates.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factors influencing success helps optimize launch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400"/>
              <a:t>Data Collection &amp; Wrangling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2636D4-EF77-3890-242B-6A6C3DF37C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6793" y="2741690"/>
            <a:ext cx="65801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Wikipedia Scraping: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Extracted Falcon 9 launch data (launch site, payload, orbit).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detailed launch information via SpaceX API, including booster version, payload mass, landing outcome, and GPS coordinates.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multi-core/multi-payload launches; converted date columns; handled missing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 &amp; Preparation: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categorical data to one-hot </a:t>
            </a:r>
            <a:r>
              <a:rPr lang="en-US" altLang="en-US" sz="1800" dirty="0">
                <a:latin typeface="Arial" panose="020B0604020202020204" pitchFamily="34" charset="0"/>
              </a:rPr>
              <a:t>encoding; created Class column for landing success.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52" y="281290"/>
            <a:ext cx="9059746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400" dirty="0"/>
              <a:t>EDA Results (Visualizations)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8AFE7-8E05-2092-015A-7AE404F6C9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"/>
          <a:stretch>
            <a:fillRect/>
          </a:stretch>
        </p:blipFill>
        <p:spPr>
          <a:xfrm>
            <a:off x="4858134" y="1605534"/>
            <a:ext cx="2808846" cy="1921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0BAFD0-BA51-D7A2-0CD8-0397C7AF9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134" y="3840540"/>
            <a:ext cx="2808846" cy="18520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3A31AB-DD88-07A1-1947-02BFA277C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241" y="3801754"/>
            <a:ext cx="3070013" cy="1890802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63BCFB5-3A8B-EB3A-983F-CC3B831F1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304241" y="1691815"/>
            <a:ext cx="2977363" cy="1852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IN" sz="3600"/>
              <a:t>EDA &amp; Interactive Visual Analytics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r>
              <a:rPr lang="en-US" sz="2100" dirty="0"/>
              <a:t>Key insights from </a:t>
            </a:r>
            <a:r>
              <a:rPr lang="en-US" sz="2100" dirty="0" err="1"/>
              <a:t>FlightNumber</a:t>
            </a:r>
            <a:r>
              <a:rPr lang="en-US" sz="2100" dirty="0"/>
              <a:t>, </a:t>
            </a:r>
            <a:r>
              <a:rPr lang="en-US" sz="2100" dirty="0" err="1"/>
              <a:t>PayloadMass</a:t>
            </a:r>
            <a:r>
              <a:rPr lang="en-US" sz="2100" dirty="0"/>
              <a:t>, and Orbit analysis.</a:t>
            </a:r>
          </a:p>
          <a:p>
            <a:r>
              <a:rPr lang="en-US" sz="2100" dirty="0"/>
              <a:t>Trends in successful vs. unsuccessful landings.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44810" y="139934"/>
            <a:ext cx="9831070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 dirty="0"/>
              <a:t>Predictive Analysis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275" y="1312720"/>
            <a:ext cx="8414655" cy="2800395"/>
          </a:xfrm>
        </p:spPr>
        <p:txBody>
          <a:bodyPr anchor="t">
            <a:normAutofit/>
          </a:bodyPr>
          <a:lstStyle/>
          <a:p>
            <a:r>
              <a:rPr lang="en-IN" sz="2100" dirty="0"/>
              <a:t>Classification algorithms: Logistic Regression, SVM, Decision Tree, KNN.</a:t>
            </a:r>
          </a:p>
          <a:p>
            <a:r>
              <a:rPr lang="en-IN" sz="2100" dirty="0"/>
              <a:t>Data split: Train/Validation/Test.</a:t>
            </a:r>
          </a:p>
          <a:p>
            <a:r>
              <a:rPr lang="en-IN" sz="2100" dirty="0"/>
              <a:t>Feature scaling and encoding.</a:t>
            </a:r>
          </a:p>
          <a:p>
            <a:r>
              <a:rPr lang="en-IN" sz="2100" dirty="0"/>
              <a:t>Hyperparameter tuning.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6FAA6-AC90-541D-E789-AADAB08D3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959" y="4002042"/>
            <a:ext cx="3893161" cy="1868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95F038-F423-85C2-6F6A-5F988115C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839" y="3121996"/>
            <a:ext cx="3893162" cy="1836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3396" y="350188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 dirty="0"/>
              <a:t>SQL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301AA-1EF4-D357-38F3-176852F64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786" y="1075211"/>
            <a:ext cx="1809843" cy="35053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35C519-1522-2A0B-9985-FC0F58CC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145" y="2958844"/>
            <a:ext cx="2485195" cy="299286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423E8782-CD95-456D-A8F2-623A76FACC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6608" y="906296"/>
            <a:ext cx="6056313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launches by launch site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 vs failed 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Mission counts by orbit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payload mass per orbit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site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659" y="393739"/>
            <a:ext cx="76129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400" dirty="0"/>
              <a:t>Folium Interactive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D52AE-3C44-0C53-6450-F496C9567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621" y="1810064"/>
            <a:ext cx="3354391" cy="2311628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29A4F7A-537A-ABC1-FA7A-CEA80284AB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8659" y="4696007"/>
            <a:ext cx="703103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Visualized launch sites using Folium map.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Included markers showing longitude, latitude, and landing success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400"/>
              <a:t>Plotly Dash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Interactive dashboard for exploring launches.</a:t>
            </a:r>
          </a:p>
          <a:p>
            <a:r>
              <a:rPr lang="en-US" sz="2100" dirty="0"/>
              <a:t>Filters for orbit, payload, and site.</a:t>
            </a:r>
          </a:p>
          <a:p>
            <a:r>
              <a:rPr lang="en-US" sz="2100" dirty="0"/>
              <a:t>http://127.0.0.1:8050/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429" y="31816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400" dirty="0"/>
              <a:t>Classification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30" y="1936654"/>
            <a:ext cx="4256252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Accuracy of models on test set (Decision Tree, KNN, etc.).</a:t>
            </a:r>
          </a:p>
          <a:p>
            <a:r>
              <a:rPr lang="en-US" sz="2100" dirty="0"/>
              <a:t>Confusion matrix example.</a:t>
            </a:r>
          </a:p>
          <a:p>
            <a:r>
              <a:rPr lang="en-US" sz="2100" dirty="0"/>
              <a:t>Best performing model.</a:t>
            </a:r>
          </a:p>
          <a:p>
            <a:r>
              <a:rPr lang="en-US" sz="2100" dirty="0"/>
              <a:t>Insert confusion matrix or table.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4AD534-41D7-FFDD-DF3B-C439CAB9E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311" y="3923038"/>
            <a:ext cx="2213224" cy="221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37EE01-AD5C-15E5-86B7-A2C25DAC83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5"/>
          <a:stretch>
            <a:fillRect/>
          </a:stretch>
        </p:blipFill>
        <p:spPr>
          <a:xfrm>
            <a:off x="5743199" y="1533050"/>
            <a:ext cx="2628341" cy="22064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7C0315-8166-2284-E57D-A543875894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5081" y="2627743"/>
            <a:ext cx="64912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insights: Launch site, orbit, and payload mass strongly influence landing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Best-performing model: Decision Tree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improvements: Explore ensemble models, include weather and mission-specific features, refine feature selection.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380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Executive Summary</vt:lpstr>
      <vt:lpstr>Introduction</vt:lpstr>
      <vt:lpstr>Data Collection &amp; Wrangling</vt:lpstr>
      <vt:lpstr>EDA Results (Visualizations)</vt:lpstr>
      <vt:lpstr>EDA &amp; Interactive Visual Analytics</vt:lpstr>
      <vt:lpstr>Predictive Analysis Methodology</vt:lpstr>
      <vt:lpstr>SQL Results</vt:lpstr>
      <vt:lpstr>Folium Interactive Map</vt:lpstr>
      <vt:lpstr>Plotly Dash Dashboard</vt:lpstr>
      <vt:lpstr>Classification 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Thirumaran V N</dc:creator>
  <cp:keywords/>
  <dc:description>generated using python-pptx</dc:description>
  <cp:lastModifiedBy>Thirumaran V N</cp:lastModifiedBy>
  <cp:revision>2</cp:revision>
  <dcterms:created xsi:type="dcterms:W3CDTF">2013-01-27T09:14:16Z</dcterms:created>
  <dcterms:modified xsi:type="dcterms:W3CDTF">2025-12-06T11:27:36Z</dcterms:modified>
  <cp:category/>
</cp:coreProperties>
</file>